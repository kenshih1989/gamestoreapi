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5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A2640DD-CF52-4C9B-B99D-B0B057260320}" type="datetimeFigureOut">
              <a:rPr lang="en-MY" smtClean="0"/>
              <a:t>7/4/2026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3451EF9-FC91-4806-9C48-EDCF29173AC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92595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640DD-CF52-4C9B-B99D-B0B057260320}" type="datetimeFigureOut">
              <a:rPr lang="en-MY" smtClean="0"/>
              <a:t>7/4/2026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1EF9-FC91-4806-9C48-EDCF29173AC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13460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640DD-CF52-4C9B-B99D-B0B057260320}" type="datetimeFigureOut">
              <a:rPr lang="en-MY" smtClean="0"/>
              <a:t>7/4/2026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1EF9-FC91-4806-9C48-EDCF29173AC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79094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640DD-CF52-4C9B-B99D-B0B057260320}" type="datetimeFigureOut">
              <a:rPr lang="en-MY" smtClean="0"/>
              <a:t>7/4/2026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1EF9-FC91-4806-9C48-EDCF29173AC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60109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640DD-CF52-4C9B-B99D-B0B057260320}" type="datetimeFigureOut">
              <a:rPr lang="en-MY" smtClean="0"/>
              <a:t>7/4/2026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1EF9-FC91-4806-9C48-EDCF29173AC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41670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640DD-CF52-4C9B-B99D-B0B057260320}" type="datetimeFigureOut">
              <a:rPr lang="en-MY" smtClean="0"/>
              <a:t>7/4/2026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1EF9-FC91-4806-9C48-EDCF29173AC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77149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640DD-CF52-4C9B-B99D-B0B057260320}" type="datetimeFigureOut">
              <a:rPr lang="en-MY" smtClean="0"/>
              <a:t>7/4/2026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1EF9-FC91-4806-9C48-EDCF29173AC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93175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640DD-CF52-4C9B-B99D-B0B057260320}" type="datetimeFigureOut">
              <a:rPr lang="en-MY" smtClean="0"/>
              <a:t>7/4/2026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1EF9-FC91-4806-9C48-EDCF29173AC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08846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640DD-CF52-4C9B-B99D-B0B057260320}" type="datetimeFigureOut">
              <a:rPr lang="en-MY" smtClean="0"/>
              <a:t>7/4/2026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1EF9-FC91-4806-9C48-EDCF29173AC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06429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640DD-CF52-4C9B-B99D-B0B057260320}" type="datetimeFigureOut">
              <a:rPr lang="en-MY" smtClean="0"/>
              <a:t>7/4/2026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1EF9-FC91-4806-9C48-EDCF29173AC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64923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640DD-CF52-4C9B-B99D-B0B057260320}" type="datetimeFigureOut">
              <a:rPr lang="en-MY" smtClean="0"/>
              <a:t>7/4/2026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1EF9-FC91-4806-9C48-EDCF29173AC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62630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640DD-CF52-4C9B-B99D-B0B057260320}" type="datetimeFigureOut">
              <a:rPr lang="en-MY" smtClean="0"/>
              <a:t>7/4/2026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1EF9-FC91-4806-9C48-EDCF29173AC4}" type="slidenum">
              <a:rPr lang="en-MY" smtClean="0"/>
              <a:t>‹#›</a:t>
            </a:fld>
            <a:endParaRPr lang="en-MY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9234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640DD-CF52-4C9B-B99D-B0B057260320}" type="datetimeFigureOut">
              <a:rPr lang="en-MY" smtClean="0"/>
              <a:t>7/4/2026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1EF9-FC91-4806-9C48-EDCF29173AC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970186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640DD-CF52-4C9B-B99D-B0B057260320}" type="datetimeFigureOut">
              <a:rPr lang="en-MY" smtClean="0"/>
              <a:t>7/4/2026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1EF9-FC91-4806-9C48-EDCF29173AC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510374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640DD-CF52-4C9B-B99D-B0B057260320}" type="datetimeFigureOut">
              <a:rPr lang="en-MY" smtClean="0"/>
              <a:t>7/4/2026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1EF9-FC91-4806-9C48-EDCF29173AC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92267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640DD-CF52-4C9B-B99D-B0B057260320}" type="datetimeFigureOut">
              <a:rPr lang="en-MY" smtClean="0"/>
              <a:t>7/4/2026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1EF9-FC91-4806-9C48-EDCF29173AC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067196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640DD-CF52-4C9B-B99D-B0B057260320}" type="datetimeFigureOut">
              <a:rPr lang="en-MY" smtClean="0"/>
              <a:t>7/4/2026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51EF9-FC91-4806-9C48-EDCF29173AC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13855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MY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640DD-CF52-4C9B-B99D-B0B057260320}" type="datetimeFigureOut">
              <a:rPr lang="en-MY" smtClean="0"/>
              <a:t>7/4/2026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51EF9-FC91-4806-9C48-EDCF29173AC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704832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351B104-9B78-4A2B-B970-FA8ABE1CE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3A130E84-D02F-40FB-9BEB-5202392713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5E142BFD-7D75-4518-BBDF-27C00AB4B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BFFE01E-06BD-6192-52C3-AB44F62D0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5112" y="1122363"/>
            <a:ext cx="4052887" cy="2387600"/>
          </a:xfrm>
        </p:spPr>
        <p:txBody>
          <a:bodyPr>
            <a:normAutofit/>
          </a:bodyPr>
          <a:lstStyle/>
          <a:p>
            <a:r>
              <a:rPr lang="en-MY" dirty="0"/>
              <a:t>ASP.NET Core</a:t>
            </a:r>
            <a:br>
              <a:rPr lang="en-MY" dirty="0"/>
            </a:br>
            <a:r>
              <a:rPr lang="en-MY" dirty="0"/>
              <a:t>with visual studio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C773A-70C7-3120-2077-BFCCFDDCD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5702" y="3602038"/>
            <a:ext cx="4082297" cy="1655762"/>
          </a:xfrm>
        </p:spPr>
        <p:txBody>
          <a:bodyPr>
            <a:normAutofit/>
          </a:bodyPr>
          <a:lstStyle/>
          <a:p>
            <a:r>
              <a:rPr lang="en-MY" dirty="0"/>
              <a:t>.NET 10</a:t>
            </a:r>
          </a:p>
          <a:p>
            <a:r>
              <a:rPr lang="en-MY" dirty="0"/>
              <a:t>By Gan </a:t>
            </a:r>
            <a:r>
              <a:rPr lang="en-MY" dirty="0" err="1"/>
              <a:t>leng</a:t>
            </a:r>
            <a:r>
              <a:rPr lang="en-MY" dirty="0"/>
              <a:t> </a:t>
            </a:r>
            <a:r>
              <a:rPr lang="en-MY" dirty="0" err="1"/>
              <a:t>keong</a:t>
            </a:r>
            <a:endParaRPr lang="en-MY" dirty="0"/>
          </a:p>
        </p:txBody>
      </p:sp>
      <p:pic>
        <p:nvPicPr>
          <p:cNvPr id="5" name="Picture 4" descr="101010 data lines to infinity">
            <a:extLst>
              <a:ext uri="{FF2B5EF4-FFF2-40B4-BE49-F238E27FC236}">
                <a16:creationId xmlns:a16="http://schemas.microsoft.com/office/drawing/2014/main" id="{97D13B95-8272-865A-0813-6A3BB369A6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948" r="19444" b="1"/>
          <a:stretch>
            <a:fillRect/>
          </a:stretch>
        </p:blipFill>
        <p:spPr>
          <a:xfrm>
            <a:off x="-5597" y="10"/>
            <a:ext cx="6101597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4116A08-770E-4DC3-AAB6-E3E8E6CEC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6ADECFB2-F615-49A9-A242-A3D04CADB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8E1F3AC6-5FF1-401B-91E4-180D1D356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72BC7A9D-387B-4877-B8E6-E8ABA6B26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9114560A-27D6-469D-992E-33A55B40B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CBF136EF-7DC2-47D2-974C-70044B5E9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6B03084D-F566-41C4-BE37-870FB5A0D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49DC21B-8236-4901-9ADD-E3167ABDE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304F4FEB-8B5B-45BA-988C-5FBF41059E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E88E24C8-3D76-4C2F-84D1-BC3C2AACA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91C91468-4F8A-42F1-9505-02D924178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C22581B1-C426-4189-85D6-C499D6982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29DFD4C4-0517-4A6B-B423-E55582618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7ACD84D3-D09D-4C94-99D5-51713A1D6B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37C2AEAB-1CC9-4A9A-8303-E1E0C1216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20ABD348-58FE-4371-AE12-C66FF8CA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408E0FAA-F0C5-4CB1-95FE-D3D96830F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F83C789F-2881-4822-A724-567720953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6B039120-5C84-4A03-9ADD-32EA6E5D44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440E956F-26EB-40C6-B500-1A4BB4ABF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D2449A75-05DC-4791-90F1-335CC6732C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2A0F57CD-8F34-4F1D-BFF3-129352250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DB0DDCCE-FA18-4790-8F10-67FC66172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750A8178-D049-42D4-BA77-A262FE55F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B33B9383-8846-404B-85BE-E43F077379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79468103-A660-495B-BFDF-8E7D98A09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06F4CC44-94E1-47AF-893C-19C4A4AB4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E87F601E-2166-4FAE-AF96-2A1B17E46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DCDE2745-7AA5-416B-AC78-93C6EAE5D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2" name="Rectangle 33">
              <a:extLst>
                <a:ext uri="{FF2B5EF4-FFF2-40B4-BE49-F238E27FC236}">
                  <a16:creationId xmlns:a16="http://schemas.microsoft.com/office/drawing/2014/main" id="{7D5F7E44-496F-4025-AFD8-7EEC67AC1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FA8ED221-FD77-4CD0-A9B9-3F97E40DC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94922F75-95BC-435D-B4BB-BCE65BACC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CFB94884-EF28-419D-9147-20B2C9B1A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94C72871-F5AC-46D1-97EF-94E4070A7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03ED1B15-6247-43B3-BEAE-DB699DE297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FA3EA466-B483-4B4A-9FCB-9FFA8E538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CCE5E17C-696E-46EB-B70D-586274216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AB6022EC-6D09-4098-9A97-5A911C08C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1" name="Freeform 42">
              <a:extLst>
                <a:ext uri="{FF2B5EF4-FFF2-40B4-BE49-F238E27FC236}">
                  <a16:creationId xmlns:a16="http://schemas.microsoft.com/office/drawing/2014/main" id="{7E18073E-1315-4400-ABD9-C34AEAFBF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2" name="Freeform 43">
              <a:extLst>
                <a:ext uri="{FF2B5EF4-FFF2-40B4-BE49-F238E27FC236}">
                  <a16:creationId xmlns:a16="http://schemas.microsoft.com/office/drawing/2014/main" id="{5510509E-411D-4F1B-BDC6-3E5666896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3" name="Freeform 44">
              <a:extLst>
                <a:ext uri="{FF2B5EF4-FFF2-40B4-BE49-F238E27FC236}">
                  <a16:creationId xmlns:a16="http://schemas.microsoft.com/office/drawing/2014/main" id="{46F1A7E1-EC01-4288-87AE-C3B6434BD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4" name="Rectangle 45">
              <a:extLst>
                <a:ext uri="{FF2B5EF4-FFF2-40B4-BE49-F238E27FC236}">
                  <a16:creationId xmlns:a16="http://schemas.microsoft.com/office/drawing/2014/main" id="{F7BBA432-5463-415B-BA54-3AA2B92D2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66E19F01-137B-4A95-9313-CE6F77806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38C0AACC-51F2-424F-9988-F3B621941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7" name="Freeform 48">
              <a:extLst>
                <a:ext uri="{FF2B5EF4-FFF2-40B4-BE49-F238E27FC236}">
                  <a16:creationId xmlns:a16="http://schemas.microsoft.com/office/drawing/2014/main" id="{7364A775-01A6-4012-88CF-58FDDBE4CB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8" name="Freeform 49">
              <a:extLst>
                <a:ext uri="{FF2B5EF4-FFF2-40B4-BE49-F238E27FC236}">
                  <a16:creationId xmlns:a16="http://schemas.microsoft.com/office/drawing/2014/main" id="{C8C770C5-535A-4F1B-81CA-FD6F32C09A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9" name="Freeform 50">
              <a:extLst>
                <a:ext uri="{FF2B5EF4-FFF2-40B4-BE49-F238E27FC236}">
                  <a16:creationId xmlns:a16="http://schemas.microsoft.com/office/drawing/2014/main" id="{55F9C3EF-BEB8-4836-8DE0-319E54496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60" name="Freeform 51">
              <a:extLst>
                <a:ext uri="{FF2B5EF4-FFF2-40B4-BE49-F238E27FC236}">
                  <a16:creationId xmlns:a16="http://schemas.microsoft.com/office/drawing/2014/main" id="{0976D9A1-85FC-406B-8AEA-AE3C056A4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61" name="Freeform 52">
              <a:extLst>
                <a:ext uri="{FF2B5EF4-FFF2-40B4-BE49-F238E27FC236}">
                  <a16:creationId xmlns:a16="http://schemas.microsoft.com/office/drawing/2014/main" id="{68BC6126-2A3A-4F1D-A565-BEF620660A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62" name="Freeform 53">
              <a:extLst>
                <a:ext uri="{FF2B5EF4-FFF2-40B4-BE49-F238E27FC236}">
                  <a16:creationId xmlns:a16="http://schemas.microsoft.com/office/drawing/2014/main" id="{D8C7B98D-F83E-485D-B01D-270242E8F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63" name="Freeform 54">
              <a:extLst>
                <a:ext uri="{FF2B5EF4-FFF2-40B4-BE49-F238E27FC236}">
                  <a16:creationId xmlns:a16="http://schemas.microsoft.com/office/drawing/2014/main" id="{93D5E722-D236-478A-A13F-8FA4141D9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64" name="Freeform 55">
              <a:extLst>
                <a:ext uri="{FF2B5EF4-FFF2-40B4-BE49-F238E27FC236}">
                  <a16:creationId xmlns:a16="http://schemas.microsoft.com/office/drawing/2014/main" id="{ABE1456F-F283-4BD5-A1B9-EF2423B68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65" name="Freeform 56">
              <a:extLst>
                <a:ext uri="{FF2B5EF4-FFF2-40B4-BE49-F238E27FC236}">
                  <a16:creationId xmlns:a16="http://schemas.microsoft.com/office/drawing/2014/main" id="{E4D1AC66-8164-4BBC-89D5-69FE7A4FC2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66" name="Freeform 57">
              <a:extLst>
                <a:ext uri="{FF2B5EF4-FFF2-40B4-BE49-F238E27FC236}">
                  <a16:creationId xmlns:a16="http://schemas.microsoft.com/office/drawing/2014/main" id="{845A8868-488C-447D-979F-7E01B82AC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67" name="Freeform 58">
              <a:extLst>
                <a:ext uri="{FF2B5EF4-FFF2-40B4-BE49-F238E27FC236}">
                  <a16:creationId xmlns:a16="http://schemas.microsoft.com/office/drawing/2014/main" id="{948639B9-9B88-432B-914E-6B70BAEB1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7EB1C59-16D1-4C5E-9775-50CB40E02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70" name="Freeform 32">
              <a:extLst>
                <a:ext uri="{FF2B5EF4-FFF2-40B4-BE49-F238E27FC236}">
                  <a16:creationId xmlns:a16="http://schemas.microsoft.com/office/drawing/2014/main" id="{08680D14-7FE7-4522-B5EE-76447F833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71" name="Freeform 33">
              <a:extLst>
                <a:ext uri="{FF2B5EF4-FFF2-40B4-BE49-F238E27FC236}">
                  <a16:creationId xmlns:a16="http://schemas.microsoft.com/office/drawing/2014/main" id="{D82C01B5-EC9C-4883-B130-115321E8B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72" name="Freeform 34">
              <a:extLst>
                <a:ext uri="{FF2B5EF4-FFF2-40B4-BE49-F238E27FC236}">
                  <a16:creationId xmlns:a16="http://schemas.microsoft.com/office/drawing/2014/main" id="{DBBE5E83-362F-4EA7-A96D-0BC830A2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73" name="Freeform 35">
              <a:extLst>
                <a:ext uri="{FF2B5EF4-FFF2-40B4-BE49-F238E27FC236}">
                  <a16:creationId xmlns:a16="http://schemas.microsoft.com/office/drawing/2014/main" id="{3971FE03-8B37-43AF-8842-8D4411C3C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74" name="Freeform 36">
              <a:extLst>
                <a:ext uri="{FF2B5EF4-FFF2-40B4-BE49-F238E27FC236}">
                  <a16:creationId xmlns:a16="http://schemas.microsoft.com/office/drawing/2014/main" id="{8E4E3D41-4CF7-4D15-854A-C4330D390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78B649D7-3C5D-462D-B06A-D065135FE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76" name="Freeform 38">
              <a:extLst>
                <a:ext uri="{FF2B5EF4-FFF2-40B4-BE49-F238E27FC236}">
                  <a16:creationId xmlns:a16="http://schemas.microsoft.com/office/drawing/2014/main" id="{7A3DDEF1-D28A-48D9-8E48-B2003DF2E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77" name="Freeform 39">
              <a:extLst>
                <a:ext uri="{FF2B5EF4-FFF2-40B4-BE49-F238E27FC236}">
                  <a16:creationId xmlns:a16="http://schemas.microsoft.com/office/drawing/2014/main" id="{4A56A02B-D000-45AB-B7DB-E47CA8E77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78" name="Freeform 40">
              <a:extLst>
                <a:ext uri="{FF2B5EF4-FFF2-40B4-BE49-F238E27FC236}">
                  <a16:creationId xmlns:a16="http://schemas.microsoft.com/office/drawing/2014/main" id="{343CE08B-7325-4244-99EA-5E58C982DB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79" name="Rectangle 41">
              <a:extLst>
                <a:ext uri="{FF2B5EF4-FFF2-40B4-BE49-F238E27FC236}">
                  <a16:creationId xmlns:a16="http://schemas.microsoft.com/office/drawing/2014/main" id="{7F08E29E-A67F-410A-A810-7000201BF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332280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B448F0-DA06-4165-AB5F-4330A20E0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2D83638-A467-411A-9C31-FE9A111CD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576BCDF-119F-4EB5-83D7-ED823C93E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43D63E8F-FD8A-4CE3-B7C9-3E9E2B66B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D107D890-1831-46D8-90FB-F2FC0B288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02440904-A4EC-4F72-8E22-AAF4D9DB5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625E9C1F-1569-416B-A85C-FA1434872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A186C77-43BF-4B1B-8170-48944F30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A8D72C1-8526-44B4-9333-5E0057ECC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90E4BA0-9C47-48B6-AA4A-8FC22DA95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D051475-431F-4B9D-94C6-7B49A69582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82255D2F-85A1-4A19-8BC4-EB2715F36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EBC3A004-9794-4EFA-83F0-989248797C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6EFD9FC3-E11A-44E3-BCAC-A07F3C601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AB6AB6F7-6592-4028-B349-1C0E53A29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6C2415E6-F914-4C11-B48B-4910AA6CA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2412013C-072A-489E-851A-CFEF91A9A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E93DF9F-296F-4DE4-8813-D8C04DE4C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F440D966-5030-460C-9916-BF9B91542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1EFE245D-BA05-4F4D-A6E8-40739F48E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ED67811C-F735-441C-98A6-2517EC099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3070FC44-32F9-470F-A131-868F3F1DB7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95FB52C7-C779-4E3F-978C-4595FEF868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D4EB1759-62AC-4B24-9DC6-E4F8737E8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7BF6FB39-864B-4F58-86E8-790E16FB3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5FE4FA46-B51C-43DA-87FC-2644ED117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25DD1322-2D3A-4E7B-B23B-B4F96E02C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6E4FFBEB-52BB-494D-AD99-A0F072AB6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7DE92406-3F65-4333-BAAA-A9A7B5AEE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B8B0FFC4-D1BB-4BB9-A224-BB78BFD3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348E68-9E51-849E-245C-EE823B4B4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748240"/>
            <a:ext cx="9906000" cy="1117073"/>
          </a:xfrm>
        </p:spPr>
        <p:txBody>
          <a:bodyPr>
            <a:normAutofit/>
          </a:bodyPr>
          <a:lstStyle/>
          <a:p>
            <a:pPr algn="ctr"/>
            <a:r>
              <a:rPr lang="en-MY" sz="4000" dirty="0"/>
              <a:t>Development environment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1D5A9-DE12-B0D7-AEEB-98F2B662B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00" y="2249487"/>
            <a:ext cx="9840911" cy="3541714"/>
          </a:xfrm>
        </p:spPr>
        <p:txBody>
          <a:bodyPr anchor="t">
            <a:normAutofit/>
          </a:bodyPr>
          <a:lstStyle/>
          <a:p>
            <a:r>
              <a:rPr lang="en-MY" dirty="0"/>
              <a:t>1. Open the terminal (</a:t>
            </a:r>
            <a:r>
              <a:rPr lang="en-MY" dirty="0" err="1"/>
              <a:t>Ctrl+J</a:t>
            </a:r>
            <a:r>
              <a:rPr lang="en-MY" dirty="0"/>
              <a:t>)</a:t>
            </a:r>
          </a:p>
          <a:p>
            <a:r>
              <a:rPr lang="en-MY" dirty="0"/>
              <a:t>2. Type </a:t>
            </a:r>
            <a:r>
              <a:rPr lang="en-MY" dirty="0" err="1"/>
              <a:t>donet</a:t>
            </a:r>
            <a:r>
              <a:rPr lang="en-MY" dirty="0"/>
              <a:t> --version and hit enter key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DB4BB99-C854-45F9-BED1-63D15E3A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5D1CCC4C-284C-4BF6-97D9-D97467463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35D82D1B-EB09-4028-9107-D60B547C7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1389EE93-8059-437E-8507-7557AD68F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377C05DC-75FF-4426-A34F-DBF0C7E7B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03D385C8-866D-437D-91B1-2E3ECDD88E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3F649CBB-748F-4C79-A14F-C531C40B0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7F4622C0-84AF-41F1-9128-FE73CADD3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CC6F29C1-A471-4CDE-8C21-E4B15C5EF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67F5B7DA-86C7-4AE0-96B6-D7F5AA51E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0FA481E3-0439-484A-AC9B-19D58B98E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38CD8E1-98C0-DCE5-7773-61A77EE35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271" y="3697036"/>
            <a:ext cx="5988165" cy="64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12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118F5F-F93F-244B-DC2E-1EE01098F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173FAE9-3E86-5B9A-C77E-4B7B34A81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370FEE3-7BF4-97C7-EA61-993ACBC48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1A5A984-F611-4601-480F-508ABDD61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CEB21A33-7F92-F43C-CC84-D80590E66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79482519-7BC9-7046-97A7-51FC3522B7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2A9AD68E-C31F-1072-7EAC-0E1EE3086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1B2D14B7-7243-5441-67AA-487441401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2B1A6A9E-D34F-E101-56C8-900D111F6C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3F426C2D-99AF-597D-BCC0-7083697DB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6364F9C4-C646-5459-6467-61DD7B1C5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BB3AF136-98FF-D43F-62C0-29123C3BC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4693EE9D-6BFD-D8D6-8F74-DA837E2BD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620D7C65-DDF6-5F29-CD83-229656118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DC53FF79-CE10-0943-3090-5FAC278D2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865B83E7-0A2C-1239-BC65-FFE8277F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363D913A-7046-EA02-35F2-7534D4E268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B5A4F10C-E7D2-8842-0785-4B0FA940E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14DD2097-7396-2893-3660-7A6A6B1E3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E147EF72-8050-07DC-B2F4-AD46FFDDE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006D5DB3-61DA-87CD-0875-D182DA25A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C77CDEB0-3DEC-A3F1-1142-2136BDF9E3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0688F0D9-B6A4-0C3C-794E-42D914DD2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A4DCB56E-87D8-7683-C769-DD3A42AFE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F68AD138-CA49-988E-BF3A-52FE95A8C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D60EE700-839F-6809-BB09-232777C778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0CE0049A-3C52-7926-DBFB-5DCDE116D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E37D7D2C-35A9-BAC5-8171-923F46C99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8DB28EFD-7A7B-C952-19AB-58E6994836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4E2D215B-C5AA-982C-1324-E49E00B180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F510FD13-69E2-4641-7248-7BA16766A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1FFFD96-4312-C898-CE32-2EE7E7405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748240"/>
            <a:ext cx="9906000" cy="1117073"/>
          </a:xfrm>
        </p:spPr>
        <p:txBody>
          <a:bodyPr>
            <a:normAutofit/>
          </a:bodyPr>
          <a:lstStyle/>
          <a:p>
            <a:pPr algn="ctr"/>
            <a:r>
              <a:rPr lang="en-MY" sz="4000" dirty="0"/>
              <a:t>Development environment setup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97ADFB0-06BD-8F4D-989F-9FD9C3AA6F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9251" y="2641004"/>
            <a:ext cx="9815411" cy="2758679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EF4364F5-70A1-2B3C-493B-DADE83272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E3EC6765-1AB4-53B1-D855-A594F644E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6C6123E1-19EE-84E7-D573-73E632DC6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C21F5131-BCFA-0D4D-EBAD-B985C2BC0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EE41296A-3149-7F8F-2CA6-21050101E0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96B23C7E-529F-F73C-6AA2-20F7D9794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67898BC8-2B59-D726-0463-5281F11F7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655A177A-4876-C434-9BF9-64CBA4E24E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590E0A10-2722-7059-6C19-95877A7EE1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2E26FFF5-9C4A-2968-EA8F-59D87E9FB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4A9D8A30-85A4-E357-998E-10A46D9B7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06FFE7F4-0CFA-A738-BD24-A92D2D7EEDD6}"/>
              </a:ext>
            </a:extLst>
          </p:cNvPr>
          <p:cNvSpPr/>
          <p:nvPr/>
        </p:nvSpPr>
        <p:spPr>
          <a:xfrm>
            <a:off x="955039" y="5509219"/>
            <a:ext cx="1689837" cy="712191"/>
          </a:xfrm>
          <a:prstGeom prst="wedgeRoundRectCallout">
            <a:avLst>
              <a:gd name="adj1" fmla="val -17195"/>
              <a:gd name="adj2" fmla="val -210388"/>
              <a:gd name="adj3" fmla="val 16667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1. Click on Extension icon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FBA98802-C89E-DA0E-9D73-90F23BFF2EC6}"/>
              </a:ext>
            </a:extLst>
          </p:cNvPr>
          <p:cNvSpPr/>
          <p:nvPr/>
        </p:nvSpPr>
        <p:spPr>
          <a:xfrm>
            <a:off x="2916575" y="1684730"/>
            <a:ext cx="1689837" cy="712191"/>
          </a:xfrm>
          <a:prstGeom prst="wedgeRoundRectCallout">
            <a:avLst>
              <a:gd name="adj1" fmla="val -64325"/>
              <a:gd name="adj2" fmla="val 140276"/>
              <a:gd name="adj3" fmla="val 16667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2. Search for “C# Dev Kit”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C0423C0E-23AD-66B6-F624-2D31D5E2651A}"/>
              </a:ext>
            </a:extLst>
          </p:cNvPr>
          <p:cNvSpPr/>
          <p:nvPr/>
        </p:nvSpPr>
        <p:spPr>
          <a:xfrm>
            <a:off x="4828343" y="1974441"/>
            <a:ext cx="1689837" cy="712191"/>
          </a:xfrm>
          <a:prstGeom prst="wedgeRoundRectCallout">
            <a:avLst>
              <a:gd name="adj1" fmla="val -64325"/>
              <a:gd name="adj2" fmla="val 140276"/>
              <a:gd name="adj3" fmla="val 16667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3. Click on this</a:t>
            </a:r>
          </a:p>
        </p:txBody>
      </p:sp>
      <p:sp>
        <p:nvSpPr>
          <p:cNvPr id="40" name="Speech Bubble: Rectangle with Corners Rounded 39">
            <a:extLst>
              <a:ext uri="{FF2B5EF4-FFF2-40B4-BE49-F238E27FC236}">
                <a16:creationId xmlns:a16="http://schemas.microsoft.com/office/drawing/2014/main" id="{45E52960-87D8-985B-849D-EA1CF769755E}"/>
              </a:ext>
            </a:extLst>
          </p:cNvPr>
          <p:cNvSpPr/>
          <p:nvPr/>
        </p:nvSpPr>
        <p:spPr>
          <a:xfrm>
            <a:off x="8437435" y="2002984"/>
            <a:ext cx="1689837" cy="712191"/>
          </a:xfrm>
          <a:prstGeom prst="wedgeRoundRectCallout">
            <a:avLst>
              <a:gd name="adj1" fmla="val -89926"/>
              <a:gd name="adj2" fmla="val 236916"/>
              <a:gd name="adj3" fmla="val 16667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4.Click for install</a:t>
            </a:r>
          </a:p>
        </p:txBody>
      </p:sp>
    </p:spTree>
    <p:extLst>
      <p:ext uri="{BB962C8B-B14F-4D97-AF65-F5344CB8AC3E}">
        <p14:creationId xmlns:p14="http://schemas.microsoft.com/office/powerpoint/2010/main" val="37952242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B448F0-DA06-4165-AB5F-4330A20E0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2D83638-A467-411A-9C31-FE9A111CD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576BCDF-119F-4EB5-83D7-ED823C93E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43D63E8F-FD8A-4CE3-B7C9-3E9E2B66B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D107D890-1831-46D8-90FB-F2FC0B288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02440904-A4EC-4F72-8E22-AAF4D9DB5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625E9C1F-1569-416B-A85C-FA1434872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A186C77-43BF-4B1B-8170-48944F30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A8D72C1-8526-44B4-9333-5E0057ECC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90E4BA0-9C47-48B6-AA4A-8FC22DA95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D051475-431F-4B9D-94C6-7B49A69582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82255D2F-85A1-4A19-8BC4-EB2715F36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EBC3A004-9794-4EFA-83F0-989248797C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6EFD9FC3-E11A-44E3-BCAC-A07F3C601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AB6AB6F7-6592-4028-B349-1C0E53A29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6C2415E6-F914-4C11-B48B-4910AA6CA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2412013C-072A-489E-851A-CFEF91A9A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DE93DF9F-296F-4DE4-8813-D8C04DE4C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F440D966-5030-460C-9916-BF9B91542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1EFE245D-BA05-4F4D-A6E8-40739F48E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ED67811C-F735-441C-98A6-2517EC099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3070FC44-32F9-470F-A131-868F3F1DB7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95FB52C7-C779-4E3F-978C-4595FEF868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D4EB1759-62AC-4B24-9DC6-E4F8737E8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7BF6FB39-864B-4F58-86E8-790E16FB3C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5FE4FA46-B51C-43DA-87FC-2644ED117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25DD1322-2D3A-4E7B-B23B-B4F96E02C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6E4FFBEB-52BB-494D-AD99-A0F072AB6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7DE92406-3F65-4333-BAAA-A9A7B5AEE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B8B0FFC4-D1BB-4BB9-A224-BB78BFD3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872DD75-37DA-3DA1-D885-4E1ABCE81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748240"/>
            <a:ext cx="9906000" cy="1117073"/>
          </a:xfrm>
        </p:spPr>
        <p:txBody>
          <a:bodyPr>
            <a:normAutofit/>
          </a:bodyPr>
          <a:lstStyle/>
          <a:p>
            <a:pPr algn="ctr"/>
            <a:r>
              <a:rPr lang="en-MY" sz="4000" dirty="0"/>
              <a:t>Setting up </a:t>
            </a:r>
            <a:r>
              <a:rPr lang="en-MY" sz="4000" dirty="0" err="1"/>
              <a:t>.net</a:t>
            </a:r>
            <a:r>
              <a:rPr lang="en-MY" sz="4000" dirty="0"/>
              <a:t>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85D7E-819B-BD79-390A-33DC49CB3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00" y="2249487"/>
            <a:ext cx="9840911" cy="3541714"/>
          </a:xfrm>
        </p:spPr>
        <p:txBody>
          <a:bodyPr anchor="t">
            <a:normAutofit fontScale="92500" lnSpcReduction="10000"/>
          </a:bodyPr>
          <a:lstStyle/>
          <a:p>
            <a:r>
              <a:rPr lang="en-MY" dirty="0"/>
              <a:t>View &gt; Command Palette… (</a:t>
            </a:r>
            <a:r>
              <a:rPr lang="en-MY" dirty="0" err="1"/>
              <a:t>Ctrl+Shift+P</a:t>
            </a:r>
            <a:r>
              <a:rPr lang="en-MY" dirty="0"/>
              <a:t>)</a:t>
            </a:r>
          </a:p>
          <a:p>
            <a:r>
              <a:rPr lang="en-MY" dirty="0" err="1"/>
              <a:t>.Net</a:t>
            </a:r>
            <a:r>
              <a:rPr lang="en-MY" dirty="0"/>
              <a:t>: New Project</a:t>
            </a:r>
          </a:p>
          <a:p>
            <a:r>
              <a:rPr lang="en-MY" dirty="0"/>
              <a:t>ASP.NET Core Empty</a:t>
            </a:r>
          </a:p>
          <a:p>
            <a:r>
              <a:rPr lang="en-MY" dirty="0"/>
              <a:t>Select the project folder</a:t>
            </a:r>
          </a:p>
          <a:p>
            <a:r>
              <a:rPr lang="en-MY" dirty="0" err="1"/>
              <a:t>GameStore.API</a:t>
            </a:r>
            <a:endParaRPr lang="en-MY" dirty="0"/>
          </a:p>
          <a:p>
            <a:r>
              <a:rPr lang="en-MY" dirty="0"/>
              <a:t>.</a:t>
            </a:r>
            <a:r>
              <a:rPr lang="en-MY" dirty="0" err="1"/>
              <a:t>slnx</a:t>
            </a:r>
            <a:endParaRPr lang="en-MY" dirty="0"/>
          </a:p>
          <a:p>
            <a:r>
              <a:rPr lang="en-MY" dirty="0"/>
              <a:t>Create Project</a:t>
            </a:r>
          </a:p>
          <a:p>
            <a:endParaRPr lang="en-MY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DB4BB99-C854-45F9-BED1-63D15E3A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5D1CCC4C-284C-4BF6-97D9-D97467463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35D82D1B-EB09-4028-9107-D60B547C7B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1389EE93-8059-437E-8507-7557AD68F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377C05DC-75FF-4426-A34F-DBF0C7E7B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03D385C8-866D-437D-91B1-2E3ECDD88E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3F649CBB-748F-4C79-A14F-C531C40B0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7F4622C0-84AF-41F1-9128-FE73CADD3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CC6F29C1-A471-4CDE-8C21-E4B15C5EF4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67F5B7DA-86C7-4AE0-96B6-D7F5AA51E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0FA481E3-0439-484A-AC9B-19D58B98E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10143378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EDA128-0CFA-4936-6502-57E7FBDC8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6191F1C-508B-D9FC-84D0-E50652DAE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5DA6E973-2D7E-929C-56F1-EB419A285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30DF000-45C8-4A3C-F94F-05BACB700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4D800707-E121-7EC8-B8DA-0C5C3784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47C9460-F9E8-1907-7EE1-CA1F820FC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5FACBB05-0C45-2361-E2E5-04B28416F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FDAF00AE-2252-015A-929E-10A74DD0F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1DC04C7D-521C-4E90-F480-AE35BB3A31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51586AF-C63A-9453-9BDA-E0D1D975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CB174249-9F3C-E0E0-0E6D-1E567065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F56759B-E157-1F99-E5F5-662637D333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A3EC3FC6-7CB5-759A-67BE-D10EB8B79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56FE5D72-BACF-E1DD-B46F-12DDEB32B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FCE42EAA-5F75-7E68-06EA-7C10C88FF5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0DE66E35-232F-97D2-FCF9-B2B095675F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058026A8-3833-950E-9674-2694BC22B7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2A024998-B01E-DC72-38BC-F1B8CAC365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B6BC807E-336E-92D8-A16F-AE3009627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ADFFBDA9-42C2-9CD6-EBD5-7EBBC22A5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E36704F2-124B-6A28-8444-C8A4C9D6F7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71F6CB70-5927-F561-14C2-B610A7C3A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75B15C1B-8C61-0F7C-7B8E-C739738A4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5E7C2C07-8826-89A8-9058-B8A9D9F1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BD1FA94E-1AB2-4979-66A8-BF7ADD5B0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F1664A8C-085F-A445-5F05-E0CC6845C1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8A6C174D-7CCB-0078-A086-501A870DF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D4E85290-1A64-0FFE-304D-AD9798CCF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67C9A060-B4F4-3AE4-8D38-8CAA92FF5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B973DEBF-ED77-E029-6448-B34A02A97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73CEF4A8-613E-1ED9-3432-B500597CA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E2BC67D-6FE9-A2F5-7BE4-53C3E0E9B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748240"/>
            <a:ext cx="9906000" cy="1117073"/>
          </a:xfrm>
        </p:spPr>
        <p:txBody>
          <a:bodyPr>
            <a:normAutofit/>
          </a:bodyPr>
          <a:lstStyle/>
          <a:p>
            <a:pPr algn="ctr"/>
            <a:r>
              <a:rPr lang="en-MY" sz="4000" dirty="0"/>
              <a:t>Setting up </a:t>
            </a:r>
            <a:r>
              <a:rPr lang="en-MY" sz="4000" dirty="0" err="1"/>
              <a:t>.net</a:t>
            </a:r>
            <a:r>
              <a:rPr lang="en-MY" sz="4000" dirty="0"/>
              <a:t> project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E1EAC33-5683-0E61-13A3-637D8318F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226789F9-8F07-3BEB-F306-E27817CD48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174DCB94-5E7D-1ED4-F33E-3296BB197D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3DD385F4-4876-3D1F-7420-AA97B19B9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E7B4DADE-A579-91EC-3BFF-3F03F989BE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8822B487-00E0-1520-5B88-8460E0C248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D4F56E05-1F99-78A1-4499-7299FA4A10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1DE430AB-6705-0C81-05A0-2650BCF2A9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0F1F7877-FC8D-CA30-7D37-9AE537A39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95FF3F05-76FC-B97C-1FD2-8FC164198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4B6DDB6C-16D3-5B91-129F-FCE31E341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22B7277-038C-C8CF-B929-C8F016E82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750" y="2166097"/>
            <a:ext cx="4625741" cy="8382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BBC82A-47FB-5923-34DA-2BDC934D0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766" y="3549650"/>
            <a:ext cx="1928027" cy="77730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9F1FC960-8FFF-271D-216E-AAFE4D0A6E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3233" y="4909542"/>
            <a:ext cx="3353091" cy="104403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F5BB3441-1B4F-156B-F189-E7B35AF5118A}"/>
              </a:ext>
            </a:extLst>
          </p:cNvPr>
          <p:cNvSpPr txBox="1"/>
          <p:nvPr/>
        </p:nvSpPr>
        <p:spPr>
          <a:xfrm>
            <a:off x="1063625" y="2400567"/>
            <a:ext cx="441734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MY" dirty="0"/>
              <a:t>View &gt; Command Palette… (</a:t>
            </a:r>
            <a:r>
              <a:rPr lang="en-MY" dirty="0" err="1"/>
              <a:t>Ctrl+Shift+P</a:t>
            </a:r>
            <a:r>
              <a:rPr lang="en-MY" dirty="0"/>
              <a:t>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2BA9CA2-AC5F-FE56-6B83-D556D4C1C0D9}"/>
              </a:ext>
            </a:extLst>
          </p:cNvPr>
          <p:cNvSpPr txBox="1"/>
          <p:nvPr/>
        </p:nvSpPr>
        <p:spPr>
          <a:xfrm>
            <a:off x="2496116" y="3689084"/>
            <a:ext cx="298485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dirty="0"/>
              <a:t>Click on “.NET: New Project…”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6315F4-4938-83FA-2972-BF29FC9B47B7}"/>
              </a:ext>
            </a:extLst>
          </p:cNvPr>
          <p:cNvSpPr txBox="1"/>
          <p:nvPr/>
        </p:nvSpPr>
        <p:spPr>
          <a:xfrm>
            <a:off x="2477393" y="5227956"/>
            <a:ext cx="300357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dirty="0"/>
              <a:t>Click on “ASP.NET Core Empty”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D6D0A04-0527-A920-10D9-C67CA7EF60F2}"/>
              </a:ext>
            </a:extLst>
          </p:cNvPr>
          <p:cNvCxnSpPr>
            <a:cxnSpLocks/>
            <a:stCxn id="11" idx="2"/>
            <a:endCxn id="52" idx="0"/>
          </p:cNvCxnSpPr>
          <p:nvPr/>
        </p:nvCxnSpPr>
        <p:spPr>
          <a:xfrm flipH="1">
            <a:off x="8139779" y="4326957"/>
            <a:ext cx="1" cy="5825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2AF4644-904F-3DA6-0572-A23D12B2A349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129621" y="3004370"/>
            <a:ext cx="10159" cy="5452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86393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88EFE-EDB0-7272-633B-071A890B6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C10A631-6230-89C0-DB4E-77DC0AD7B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DB2DA891-ECA3-07BC-207B-3436AF4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F924F6F-D48E-58E6-D43F-DEA81FC17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2376DD97-B3AF-2077-EB5A-7A65730C6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D8FF125D-6E76-F819-ACFF-C9BEBCFFAD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18B92AE5-99E1-4817-6B2A-71A903FB9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E7FAAEEE-AD6E-9E5D-88D0-665CE2AEC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EBCEC65C-7D2A-4256-C50B-9838C0B7D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8FC39D00-D509-57A9-D359-181689DA9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524C7BC9-5F52-62F9-5E47-DA9EBDF6C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F3D3039B-576F-32F1-E98C-820A50BEDE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022F101F-BBB6-72D1-B303-B316DE367D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35836421-247F-51B1-2F83-282D185A2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8BE9BF94-C89A-3799-6C47-4510FF44F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0ED939E0-B967-EF6E-FCE9-C53C9C76A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4B42C143-6ED3-BAAA-9AA1-C06058F97A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14F8AD99-FA28-46FE-86C0-D8268B4D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C674C4D5-08C9-666A-25D6-BA39D7541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FFDBBADE-1E46-75C6-7886-FF3D2EF46B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D7D28979-806D-7A96-69CD-2D88A159B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CCE9C121-D56F-F461-C12C-3F44B9B9C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D387A8D1-0F4F-71B8-763D-203EF9FE7A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76339048-7186-9230-3F2E-2915DFE50E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94E87A76-7366-F8DD-0FA1-57098D132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7DDB5E8A-82A0-8ED9-3977-E9BB64395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3721CA43-0F9B-585D-7456-100544F918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6DF99D4D-37C3-D4AA-CDA0-D5C209CDE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05170AC9-DD14-D586-C6D7-BE620220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E41AD6EA-8B98-4D6F-DDBE-166A9A807F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6B19752A-B4C8-73F8-FC69-FD9F6F8A2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D4D143-1CE8-B176-66C5-FFF84D836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748240"/>
            <a:ext cx="9906000" cy="1117073"/>
          </a:xfrm>
        </p:spPr>
        <p:txBody>
          <a:bodyPr>
            <a:normAutofit/>
          </a:bodyPr>
          <a:lstStyle/>
          <a:p>
            <a:pPr algn="ctr"/>
            <a:r>
              <a:rPr lang="en-MY" sz="4000" dirty="0"/>
              <a:t>Setting up </a:t>
            </a:r>
            <a:r>
              <a:rPr lang="en-MY" sz="4000" dirty="0" err="1"/>
              <a:t>.net</a:t>
            </a:r>
            <a:r>
              <a:rPr lang="en-MY" sz="4000" dirty="0"/>
              <a:t> project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C3E7C67-93DB-98CC-943F-BE19FB7DC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4B3610DD-FA92-71DA-CED3-67F11EB7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B4E1E8C8-7439-2484-6A51-CB71A032D3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07DE70D3-1EED-A46A-20C4-10BDA7E77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0979662C-34F7-5141-3A53-1561257073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74D88C78-5EBF-D0DA-B3E3-EE9A9B915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0880B97B-F112-E465-6DCC-A71D84FE41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7338DB0D-BE68-B34C-DCBC-315549F0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EFD73B8D-04A3-DF01-C275-9DBA06E7F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C6F4F63B-ECCF-66E5-AFB1-36E86158D9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28EF734B-0FEB-9436-3B3D-790F40BD9C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71B26F2-4E62-E526-F648-B2295D778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1" y="1549401"/>
            <a:ext cx="4656223" cy="26748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009578-CFCE-49BA-AADE-73E2F6912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822" y="4746362"/>
            <a:ext cx="3467400" cy="1196444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7E229749-09A2-4D34-6506-CA1342027A6D}"/>
              </a:ext>
            </a:extLst>
          </p:cNvPr>
          <p:cNvSpPr txBox="1"/>
          <p:nvPr/>
        </p:nvSpPr>
        <p:spPr>
          <a:xfrm>
            <a:off x="1826460" y="2517495"/>
            <a:ext cx="375814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dirty="0"/>
              <a:t>Choose the project folder (</a:t>
            </a:r>
            <a:r>
              <a:rPr lang="en-MY" dirty="0" err="1"/>
              <a:t>GameStore</a:t>
            </a:r>
            <a:r>
              <a:rPr lang="en-MY" dirty="0"/>
              <a:t>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DB7516-53C0-2114-8C20-3E3B77CDE3AE}"/>
              </a:ext>
            </a:extLst>
          </p:cNvPr>
          <p:cNvSpPr txBox="1"/>
          <p:nvPr/>
        </p:nvSpPr>
        <p:spPr>
          <a:xfrm>
            <a:off x="4269276" y="5182156"/>
            <a:ext cx="177343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dirty="0"/>
              <a:t>Name the project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54D6116-0F4C-5E74-6F2E-6D0209491018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8422522" y="4224253"/>
            <a:ext cx="1" cy="5221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0644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6F878-BD05-1236-CB5D-E141E4CC2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5569FC7-ACCC-68CF-AC3F-9A823E0E4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3DB683A-61C2-D114-72C4-BEB4653A4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878101DD-E585-A3C3-01B8-36F693861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937379BC-464B-8CEC-0E12-64D886ACA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1691C868-E8D4-B7AB-A5FD-5461A494F8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46F1EFD0-5626-19B9-56D1-933615412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EFFF6A05-C5CC-DC12-3FAF-53D9E5EA89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CEB7E6E-A1BC-3B12-9CE3-402BA7175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412DB88C-608F-ECCF-EEB2-59F533838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CCB44374-C0C5-62CD-008C-0D07D2DFF6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9D928E6C-084D-0C81-426F-92237AB121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544F0B77-9112-55A1-6BFF-F01426607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0614254B-7B37-3A92-C0C5-13D8CA8C0E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AD03E551-0555-9709-D997-46046EC56C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F7B225C6-C49C-EEEA-346D-E08FA90F7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864BCF9E-7E5C-EF37-0C0E-1ED28BADC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8842DE43-E7C9-9993-8D94-D4CE83E83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2C90CAD0-D1D2-E33A-9942-C88D42C03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A26B1AF2-E873-3CB1-1B64-210D7F9C8F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FA08E8F1-4043-AA3F-03B6-00041CD98B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03423CFE-70D4-FE56-05AC-9DE1D12F4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2B7546A7-6DFB-F99B-21FF-EBE0ABD21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26CFB122-CE2E-0027-038D-693279B4E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124366AE-55A0-1C16-B899-C5CE52791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84A2DC85-287B-1653-B258-9D84D02E94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4863ED2E-31C3-9C30-132E-66FACE4BA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93A0BEBE-D9DB-3C96-C13A-1CF4223D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3BD9D5F9-D68D-6267-8B61-7A2114852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77249ECC-02DF-87AB-1CCE-C91A5CC180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D678F21C-97FE-0380-CB0E-3A3434D08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AF4D171-C890-C78D-C536-52253EDA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748240"/>
            <a:ext cx="9906000" cy="1117073"/>
          </a:xfrm>
        </p:spPr>
        <p:txBody>
          <a:bodyPr>
            <a:normAutofit/>
          </a:bodyPr>
          <a:lstStyle/>
          <a:p>
            <a:pPr algn="ctr"/>
            <a:r>
              <a:rPr lang="en-MY" sz="4000" dirty="0"/>
              <a:t>Setting up </a:t>
            </a:r>
            <a:r>
              <a:rPr lang="en-MY" sz="4000" dirty="0" err="1"/>
              <a:t>.net</a:t>
            </a:r>
            <a:r>
              <a:rPr lang="en-MY" sz="4000" dirty="0"/>
              <a:t> project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5809FC0-8A9F-4DC8-1EB5-BFE7110C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BC348AEB-4631-F9B7-EDF1-AE32D18542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C391E0FA-DB07-A405-DC51-E046E3D9D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77AF7962-CB82-A5D6-FB85-1FF1524CC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6F0E3B0F-CE59-ACD2-9827-FBE24120D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831D34DB-B227-9382-A943-315B94B85D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FC096C2D-1F9E-A843-483B-040C53D9E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13FC1C50-D124-E0D5-1F2F-B9CB10042E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44EAC3DC-338E-9248-D751-4DE37B3964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5A060D3E-C25F-7126-44EA-65EB35AB4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2B02EEA5-463B-40D5-DFDA-72742EFD1A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47B7F26D-DD3F-9709-3535-EC01256D7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394" y="2133255"/>
            <a:ext cx="1546994" cy="10287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9E4B05-55B5-50DD-65CE-DB680F1FA710}"/>
              </a:ext>
            </a:extLst>
          </p:cNvPr>
          <p:cNvSpPr txBox="1"/>
          <p:nvPr/>
        </p:nvSpPr>
        <p:spPr>
          <a:xfrm>
            <a:off x="5621837" y="2462983"/>
            <a:ext cx="130837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dirty="0"/>
              <a:t>Choose .</a:t>
            </a:r>
            <a:r>
              <a:rPr lang="en-MY" dirty="0" err="1"/>
              <a:t>slnx</a:t>
            </a:r>
            <a:endParaRPr lang="en-MY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FCE48A70-B517-E7F4-5924-45F3BF8607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242" y="3874986"/>
            <a:ext cx="3429297" cy="11812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9B7EFE-068A-A022-FED2-58D235DE759F}"/>
              </a:ext>
            </a:extLst>
          </p:cNvPr>
          <p:cNvSpPr txBox="1"/>
          <p:nvPr/>
        </p:nvSpPr>
        <p:spPr>
          <a:xfrm>
            <a:off x="3369415" y="4296847"/>
            <a:ext cx="279916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dirty="0"/>
              <a:t>Click on the “Create Project”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CF2BCE-C3E1-8F82-C9B9-A403F4412240}"/>
              </a:ext>
            </a:extLst>
          </p:cNvPr>
          <p:cNvCxnSpPr>
            <a:cxnSpLocks/>
            <a:stCxn id="40" idx="2"/>
            <a:endCxn id="54" idx="0"/>
          </p:cNvCxnSpPr>
          <p:nvPr/>
        </p:nvCxnSpPr>
        <p:spPr>
          <a:xfrm>
            <a:off x="8357891" y="3162044"/>
            <a:ext cx="0" cy="71294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014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7FF0E1-B82D-44C0-DC5E-B05189F35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23316D0-334A-42BE-D487-28C83F770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F2F1249-C841-5817-0A23-B9D9B41F7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A0F4805-81AE-0F76-0E1D-52778292D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solidFill>
            <a:schemeClr val="tx2">
              <a:alpha val="45000"/>
            </a:schemeClr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E7CDF291-BF38-10A9-00BF-DB9E71266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F418987-B91D-8F89-1872-DD6DEB186E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846263D1-6499-A629-A487-74C3E8359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806EBEEA-FEDC-557E-FFCB-444A34BE8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EB7E7C71-511D-7AE5-0D1A-161739DD9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2D2FB67B-AA79-AEA9-9039-5B7087285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8DCD0AFB-B904-BC46-4C4F-FF3B86258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E8D1FA27-9693-7C94-B6ED-5453A1B58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3569F16D-98C4-1ACA-DCB4-8E0C776D1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756E528C-10F7-E024-82B1-03D9BA0C3E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8953B197-7CA0-C367-D2BA-703AB4626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1EB27632-F032-6868-0C9F-09BB8309B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MY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27258B07-4DD7-10CA-54C9-81B9141BD2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B365BC80-FA7E-5866-C6A2-71A315F648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BF2F8641-6B0B-24F9-C49E-BC02AA46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C7CB3551-78B8-1851-EB9C-FE7B1C786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2D7FCE05-5F40-8C07-C451-55986C892C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75C09C15-C6D6-A373-A81F-C7D881C5D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E009697A-A76F-553F-5732-12003CD77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29D1463B-2747-6BA8-9988-A33D6314B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11213D5B-3810-A2ED-CADD-4EFD40C937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6E694E97-7116-53B2-065A-0E3B80AD9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7FD03EE8-AE89-A18D-FEEC-7A36ACFF3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A765910E-FA3A-0D16-0E82-3E984E85BF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3A1A2173-7DFC-06CC-5C64-12F52282A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148C683A-F133-67A3-862D-4FB4A3906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4F285B32-203E-642F-CEAB-818D0308E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4E2D926-0A01-DD14-B2B7-0086DFC21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748240"/>
            <a:ext cx="9906000" cy="1117073"/>
          </a:xfrm>
        </p:spPr>
        <p:txBody>
          <a:bodyPr>
            <a:normAutofit/>
          </a:bodyPr>
          <a:lstStyle/>
          <a:p>
            <a:pPr algn="ctr"/>
            <a:r>
              <a:rPr lang="en-MY" sz="4000" dirty="0"/>
              <a:t>Setting up </a:t>
            </a:r>
            <a:r>
              <a:rPr lang="en-MY" sz="4000" dirty="0" err="1"/>
              <a:t>.net</a:t>
            </a:r>
            <a:r>
              <a:rPr lang="en-MY" sz="4000" dirty="0"/>
              <a:t> project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D1CC62B-B46A-4E8A-32C4-3DACE5F42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2">
              <a:alpha val="45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5FC2AE91-7E2B-5D6B-393E-3877AA1F36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9EBD160A-E20D-3809-86DD-EB6837C04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8F077C2A-12F6-971F-583D-9E5AABE691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1B3E6ACD-E7CB-BBF6-A4A3-E316AF116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55D10D61-0D56-BE1B-FBF9-B97DF5C707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70552E5B-4FFB-83D1-1DBA-7F9A44BA7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ED3DB31C-D4E1-3679-F38C-06B80E2C3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021F9291-02F3-B086-D3CB-4D3268262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283E353E-8A46-43BD-1D82-2905827E5D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3474B2BE-90CC-3503-7D14-60D39AB44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MY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136CE3-AFAD-1069-5B5A-83F005BAB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15" y="1539875"/>
            <a:ext cx="2808631" cy="45677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A423E9-45CC-F5EC-9907-E327DDC89862}"/>
              </a:ext>
            </a:extLst>
          </p:cNvPr>
          <p:cNvSpPr txBox="1"/>
          <p:nvPr/>
        </p:nvSpPr>
        <p:spPr>
          <a:xfrm>
            <a:off x="1319892" y="3674031"/>
            <a:ext cx="397435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dirty="0"/>
              <a:t>Project structure look like after creating it</a:t>
            </a:r>
          </a:p>
        </p:txBody>
      </p:sp>
    </p:spTree>
    <p:extLst>
      <p:ext uri="{BB962C8B-B14F-4D97-AF65-F5344CB8AC3E}">
        <p14:creationId xmlns:p14="http://schemas.microsoft.com/office/powerpoint/2010/main" val="551711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5DBC1-B7B5-D69F-DC3F-A8B0C9F0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Building and running </a:t>
            </a:r>
            <a:r>
              <a:rPr lang="en-MY" dirty="0" err="1"/>
              <a:t>.net</a:t>
            </a:r>
            <a:r>
              <a:rPr lang="en-MY" dirty="0"/>
              <a:t> project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3E8710-52B9-1E97-4150-BECA90B15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81796" y="2945831"/>
            <a:ext cx="2225233" cy="2149026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DEBF2808-8450-DA66-12EA-81DBA80596D1}"/>
              </a:ext>
            </a:extLst>
          </p:cNvPr>
          <p:cNvSpPr/>
          <p:nvPr/>
        </p:nvSpPr>
        <p:spPr>
          <a:xfrm>
            <a:off x="1943100" y="3048000"/>
            <a:ext cx="2026078" cy="792480"/>
          </a:xfrm>
          <a:prstGeom prst="wedgeRoundRectCallout">
            <a:avLst>
              <a:gd name="adj1" fmla="val 104774"/>
              <a:gd name="adj2" fmla="val 18591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1. Right click the solution in Solution Explorer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813C33EF-4627-90A1-305A-535E7F49251B}"/>
              </a:ext>
            </a:extLst>
          </p:cNvPr>
          <p:cNvSpPr/>
          <p:nvPr/>
        </p:nvSpPr>
        <p:spPr>
          <a:xfrm>
            <a:off x="7802880" y="2636520"/>
            <a:ext cx="2026078" cy="792480"/>
          </a:xfrm>
          <a:prstGeom prst="wedgeRoundRectCallout">
            <a:avLst>
              <a:gd name="adj1" fmla="val -93429"/>
              <a:gd name="adj2" fmla="val 226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2. Select build option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EDFA89-7DE4-A5F3-5203-3CE97931EECE}"/>
              </a:ext>
            </a:extLst>
          </p:cNvPr>
          <p:cNvSpPr txBox="1"/>
          <p:nvPr/>
        </p:nvSpPr>
        <p:spPr>
          <a:xfrm>
            <a:off x="1312799" y="1812806"/>
            <a:ext cx="160973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dirty="0"/>
              <a:t>Build Option#1</a:t>
            </a:r>
          </a:p>
        </p:txBody>
      </p:sp>
    </p:spTree>
    <p:extLst>
      <p:ext uri="{BB962C8B-B14F-4D97-AF65-F5344CB8AC3E}">
        <p14:creationId xmlns:p14="http://schemas.microsoft.com/office/powerpoint/2010/main" val="2730593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529C4-EFED-A859-8E30-D693D652F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Building and running </a:t>
            </a:r>
            <a:r>
              <a:rPr lang="en-MY" dirty="0" err="1"/>
              <a:t>.net</a:t>
            </a:r>
            <a:r>
              <a:rPr lang="en-MY" dirty="0"/>
              <a:t> project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AA58F4-C99A-4188-8B6A-72D968857A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2799" y="2386648"/>
            <a:ext cx="6767146" cy="815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CB54FA-FF61-638F-2435-30722D7D1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799" y="3842598"/>
            <a:ext cx="5723116" cy="784928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2B1C9147-CDEB-3CC4-671A-F7DC35FAE6CE}"/>
              </a:ext>
            </a:extLst>
          </p:cNvPr>
          <p:cNvSpPr/>
          <p:nvPr/>
        </p:nvSpPr>
        <p:spPr>
          <a:xfrm>
            <a:off x="8530819" y="3050118"/>
            <a:ext cx="2026078" cy="792480"/>
          </a:xfrm>
          <a:prstGeom prst="wedgeRoundRectCallout">
            <a:avLst>
              <a:gd name="adj1" fmla="val -111857"/>
              <a:gd name="adj2" fmla="val -6600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1. Switch to the solution path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2E151EAF-EC44-CB47-1BBA-B303FD4685B2}"/>
              </a:ext>
            </a:extLst>
          </p:cNvPr>
          <p:cNvSpPr/>
          <p:nvPr/>
        </p:nvSpPr>
        <p:spPr>
          <a:xfrm>
            <a:off x="7921219" y="4627526"/>
            <a:ext cx="2026078" cy="792480"/>
          </a:xfrm>
          <a:prstGeom prst="wedgeRoundRectCallout">
            <a:avLst>
              <a:gd name="adj1" fmla="val -111857"/>
              <a:gd name="adj2" fmla="val -6600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MY" dirty="0"/>
              <a:t>. Building the solution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346A41-3C71-D146-9E8E-1332CDF7D504}"/>
              </a:ext>
            </a:extLst>
          </p:cNvPr>
          <p:cNvSpPr txBox="1"/>
          <p:nvPr/>
        </p:nvSpPr>
        <p:spPr>
          <a:xfrm>
            <a:off x="1312799" y="1812806"/>
            <a:ext cx="160973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dirty="0"/>
              <a:t>Build Option#2</a:t>
            </a:r>
          </a:p>
        </p:txBody>
      </p:sp>
    </p:spTree>
    <p:extLst>
      <p:ext uri="{BB962C8B-B14F-4D97-AF65-F5344CB8AC3E}">
        <p14:creationId xmlns:p14="http://schemas.microsoft.com/office/powerpoint/2010/main" val="218141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E6F75-6BC5-9946-058D-C91E2AFEC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DAB60-0804-B780-BFBB-9D0EA2676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Building and running </a:t>
            </a:r>
            <a:r>
              <a:rPr lang="en-MY" dirty="0" err="1"/>
              <a:t>.net</a:t>
            </a:r>
            <a:r>
              <a:rPr lang="en-MY" dirty="0"/>
              <a:t> project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6B9E90-AF12-9498-1253-78CF875A47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6711" y="2648704"/>
            <a:ext cx="2819644" cy="914479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5D69014F-43DF-3FFD-ED60-5CC17229B6DF}"/>
              </a:ext>
            </a:extLst>
          </p:cNvPr>
          <p:cNvSpPr/>
          <p:nvPr/>
        </p:nvSpPr>
        <p:spPr>
          <a:xfrm>
            <a:off x="5762608" y="3429000"/>
            <a:ext cx="2026078" cy="792480"/>
          </a:xfrm>
          <a:prstGeom prst="wedgeRoundRectCallout">
            <a:avLst>
              <a:gd name="adj1" fmla="val -111857"/>
              <a:gd name="adj2" fmla="val -6600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1. Ctrl + Shift +B and select dotnet: build</a:t>
            </a:r>
            <a:endParaRPr lang="en-MY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E430DF-CA72-B0AB-C860-CB1419C96071}"/>
              </a:ext>
            </a:extLst>
          </p:cNvPr>
          <p:cNvSpPr txBox="1"/>
          <p:nvPr/>
        </p:nvSpPr>
        <p:spPr>
          <a:xfrm>
            <a:off x="1312799" y="1812806"/>
            <a:ext cx="160973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dirty="0"/>
              <a:t>Build Option#3</a:t>
            </a:r>
          </a:p>
        </p:txBody>
      </p:sp>
    </p:spTree>
    <p:extLst>
      <p:ext uri="{BB962C8B-B14F-4D97-AF65-F5344CB8AC3E}">
        <p14:creationId xmlns:p14="http://schemas.microsoft.com/office/powerpoint/2010/main" val="2272004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0429D-3F1C-02A8-D90E-EC1911890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57D6-F280-88AA-2EEA-FA3D88F69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Building and running </a:t>
            </a:r>
            <a:r>
              <a:rPr lang="en-MY" dirty="0" err="1"/>
              <a:t>.net</a:t>
            </a:r>
            <a:r>
              <a:rPr lang="en-MY" dirty="0"/>
              <a:t> project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51010D-47AA-F306-942B-E9C00D02D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0745" y="2553393"/>
            <a:ext cx="2377646" cy="2324301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92CE7F40-D5F3-EB04-1D3D-17122D769721}"/>
              </a:ext>
            </a:extLst>
          </p:cNvPr>
          <p:cNvSpPr/>
          <p:nvPr/>
        </p:nvSpPr>
        <p:spPr>
          <a:xfrm>
            <a:off x="524463" y="3497580"/>
            <a:ext cx="2026078" cy="792480"/>
          </a:xfrm>
          <a:prstGeom prst="wedgeRoundRectCallout">
            <a:avLst>
              <a:gd name="adj1" fmla="val 91610"/>
              <a:gd name="adj2" fmla="val -10254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1. Press F5 and select C#</a:t>
            </a:r>
            <a:endParaRPr lang="en-MY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8251EF-CBF1-F906-D13A-27A655103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713" y="2049687"/>
            <a:ext cx="6271803" cy="2149026"/>
          </a:xfrm>
          <a:prstGeom prst="rect">
            <a:avLst/>
          </a:prstGeom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DE3FD25A-9CA7-D88D-29E5-F6500CAC651A}"/>
              </a:ext>
            </a:extLst>
          </p:cNvPr>
          <p:cNvSpPr/>
          <p:nvPr/>
        </p:nvSpPr>
        <p:spPr>
          <a:xfrm>
            <a:off x="8853123" y="1653447"/>
            <a:ext cx="2026078" cy="792480"/>
          </a:xfrm>
          <a:prstGeom prst="wedgeRoundRectCallout">
            <a:avLst>
              <a:gd name="adj1" fmla="val -87036"/>
              <a:gd name="adj2" fmla="val 18879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2. Select the http option</a:t>
            </a:r>
            <a:endParaRPr lang="en-MY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006E8D-06A8-FB33-3C6C-BB276164BF3F}"/>
              </a:ext>
            </a:extLst>
          </p:cNvPr>
          <p:cNvSpPr txBox="1"/>
          <p:nvPr/>
        </p:nvSpPr>
        <p:spPr>
          <a:xfrm>
            <a:off x="1312799" y="1812806"/>
            <a:ext cx="193835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dirty="0"/>
              <a:t>Run application #1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45C089-3880-0B7D-15D7-8F64DD4AF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8423" y="4471489"/>
            <a:ext cx="2987299" cy="1767993"/>
          </a:xfrm>
          <a:prstGeom prst="rect">
            <a:avLst/>
          </a:prstGeom>
        </p:spPr>
      </p:pic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134BAD34-FCDF-2484-5EDA-F579AD37A8EC}"/>
              </a:ext>
            </a:extLst>
          </p:cNvPr>
          <p:cNvSpPr/>
          <p:nvPr/>
        </p:nvSpPr>
        <p:spPr>
          <a:xfrm>
            <a:off x="9243936" y="4471489"/>
            <a:ext cx="2026078" cy="792480"/>
          </a:xfrm>
          <a:prstGeom prst="wedgeRoundRectCallout">
            <a:avLst>
              <a:gd name="adj1" fmla="val -80267"/>
              <a:gd name="adj2" fmla="val -1023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output once finish run the application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62286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5D210-B425-75F0-26CD-98C1C0FCB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3724B19-1592-9558-5E36-23BC021A8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045" y="2906985"/>
            <a:ext cx="5425910" cy="10440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E3018E-D715-BCDF-61CA-8EEAA8816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Building and running </a:t>
            </a:r>
            <a:r>
              <a:rPr lang="en-MY" dirty="0" err="1"/>
              <a:t>.net</a:t>
            </a:r>
            <a:r>
              <a:rPr lang="en-MY" dirty="0"/>
              <a:t> project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CAE0F16E-AF8A-190C-3291-931AB2D61D86}"/>
              </a:ext>
            </a:extLst>
          </p:cNvPr>
          <p:cNvSpPr/>
          <p:nvPr/>
        </p:nvSpPr>
        <p:spPr>
          <a:xfrm>
            <a:off x="1876408" y="4282440"/>
            <a:ext cx="3228992" cy="792480"/>
          </a:xfrm>
          <a:prstGeom prst="wedgeRoundRectCallout">
            <a:avLst>
              <a:gd name="adj1" fmla="val -425"/>
              <a:gd name="adj2" fmla="val -15447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Right click the project and select Debug &gt; Start New Instance</a:t>
            </a:r>
            <a:endParaRPr lang="en-M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EBB29C-101E-7E73-EA96-32614FC6BABF}"/>
              </a:ext>
            </a:extLst>
          </p:cNvPr>
          <p:cNvSpPr txBox="1"/>
          <p:nvPr/>
        </p:nvSpPr>
        <p:spPr>
          <a:xfrm>
            <a:off x="1312799" y="1812806"/>
            <a:ext cx="193835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dirty="0"/>
              <a:t>Run application #2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CB7C9204-D3AB-B5ED-591F-9D289FD9C229}"/>
              </a:ext>
            </a:extLst>
          </p:cNvPr>
          <p:cNvSpPr/>
          <p:nvPr/>
        </p:nvSpPr>
        <p:spPr>
          <a:xfrm>
            <a:off x="5404468" y="4364672"/>
            <a:ext cx="3228992" cy="792480"/>
          </a:xfrm>
          <a:prstGeom prst="wedgeRoundRectCallout">
            <a:avLst>
              <a:gd name="adj1" fmla="val -425"/>
              <a:gd name="adj2" fmla="val -15447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Choose this option to avoid debug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853622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AD1B4-1D97-AD89-E12E-06120CB13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4A427-B7FC-4F09-148E-9F793B50C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Building and running </a:t>
            </a:r>
            <a:r>
              <a:rPr lang="en-MY" dirty="0" err="1"/>
              <a:t>.net</a:t>
            </a:r>
            <a:r>
              <a:rPr lang="en-MY" dirty="0"/>
              <a:t> project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8D0CD35D-BF5B-5A1C-4DD4-77A359E93BBB}"/>
              </a:ext>
            </a:extLst>
          </p:cNvPr>
          <p:cNvSpPr/>
          <p:nvPr/>
        </p:nvSpPr>
        <p:spPr>
          <a:xfrm>
            <a:off x="1312799" y="2498896"/>
            <a:ext cx="2026078" cy="792480"/>
          </a:xfrm>
          <a:prstGeom prst="wedgeRoundRectCallout">
            <a:avLst>
              <a:gd name="adj1" fmla="val 44222"/>
              <a:gd name="adj2" fmla="val -2177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Press Ctrl+F5 at visual studio code</a:t>
            </a:r>
            <a:endParaRPr lang="en-MY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E1E8AC-E5BF-3D54-1876-D420170FB0C2}"/>
              </a:ext>
            </a:extLst>
          </p:cNvPr>
          <p:cNvSpPr txBox="1"/>
          <p:nvPr/>
        </p:nvSpPr>
        <p:spPr>
          <a:xfrm>
            <a:off x="1312799" y="1812806"/>
            <a:ext cx="193835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dirty="0"/>
              <a:t>Run application #3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539CCC-C2BE-CAAA-9700-89F885E75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732440"/>
            <a:ext cx="5755286" cy="512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900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B1AE3-73B0-0968-3E62-DC1A9F3E3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DB5D2-A15E-AE9B-1A5A-9F004EC2F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Building and running </a:t>
            </a:r>
            <a:r>
              <a:rPr lang="en-MY" dirty="0" err="1"/>
              <a:t>.net</a:t>
            </a:r>
            <a:r>
              <a:rPr lang="en-MY" dirty="0"/>
              <a:t> project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4A5BD3E7-27D7-D5CC-9864-43C611EB7356}"/>
              </a:ext>
            </a:extLst>
          </p:cNvPr>
          <p:cNvSpPr/>
          <p:nvPr/>
        </p:nvSpPr>
        <p:spPr>
          <a:xfrm>
            <a:off x="885808" y="3291376"/>
            <a:ext cx="2026078" cy="792480"/>
          </a:xfrm>
          <a:prstGeom prst="wedgeRoundRectCallout">
            <a:avLst>
              <a:gd name="adj1" fmla="val 91610"/>
              <a:gd name="adj2" fmla="val -10254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Change to the project directory and use dotnet run</a:t>
            </a:r>
            <a:endParaRPr lang="en-MY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8B54542-0793-7679-3E6E-72656A1818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2913" y="2553469"/>
            <a:ext cx="5311600" cy="571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BBE836-4016-F796-4E26-B693CD18BFD2}"/>
              </a:ext>
            </a:extLst>
          </p:cNvPr>
          <p:cNvSpPr txBox="1"/>
          <p:nvPr/>
        </p:nvSpPr>
        <p:spPr>
          <a:xfrm>
            <a:off x="1312799" y="1812806"/>
            <a:ext cx="193835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dirty="0"/>
              <a:t>Run application #4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0C1D60-7E90-07B2-8737-AA02A83A8FDC}"/>
              </a:ext>
            </a:extLst>
          </p:cNvPr>
          <p:cNvSpPr txBox="1"/>
          <p:nvPr/>
        </p:nvSpPr>
        <p:spPr>
          <a:xfrm>
            <a:off x="3705479" y="3899190"/>
            <a:ext cx="284526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dirty="0"/>
              <a:t>Press Ctrl + C to stop the run</a:t>
            </a:r>
          </a:p>
        </p:txBody>
      </p:sp>
    </p:spTree>
    <p:extLst>
      <p:ext uri="{BB962C8B-B14F-4D97-AF65-F5344CB8AC3E}">
        <p14:creationId xmlns:p14="http://schemas.microsoft.com/office/powerpoint/2010/main" val="3559104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A5043-B5BF-C827-0053-9C2F30936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D5031-3509-83FF-ADEF-B329C86C7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What is a rest </a:t>
            </a:r>
            <a:r>
              <a:rPr lang="en-MY" dirty="0" err="1"/>
              <a:t>api</a:t>
            </a:r>
            <a:r>
              <a:rPr lang="en-MY" dirty="0"/>
              <a:t>?</a:t>
            </a:r>
          </a:p>
        </p:txBody>
      </p:sp>
      <p:pic>
        <p:nvPicPr>
          <p:cNvPr id="1028" name="Picture 4" descr="Application Software | Functions of Application Software | Types">
            <a:extLst>
              <a:ext uri="{FF2B5EF4-FFF2-40B4-BE49-F238E27FC236}">
                <a16:creationId xmlns:a16="http://schemas.microsoft.com/office/drawing/2014/main" id="{B628D32C-2107-E6C8-3BC3-D65A6FD9758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24" t="5908" r="4714" b="10901"/>
          <a:stretch>
            <a:fillRect/>
          </a:stretch>
        </p:blipFill>
        <p:spPr bwMode="auto">
          <a:xfrm>
            <a:off x="1219201" y="2097088"/>
            <a:ext cx="2885440" cy="294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EE08BE-7294-57A3-0519-401E53BCFE4C}"/>
              </a:ext>
            </a:extLst>
          </p:cNvPr>
          <p:cNvSpPr txBox="1"/>
          <p:nvPr/>
        </p:nvSpPr>
        <p:spPr>
          <a:xfrm>
            <a:off x="2049413" y="5362230"/>
            <a:ext cx="1301959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dirty="0"/>
              <a:t>Applications</a:t>
            </a:r>
          </a:p>
        </p:txBody>
      </p:sp>
      <p:pic>
        <p:nvPicPr>
          <p:cNvPr id="1032" name="Picture 8" descr="Cloud server clipart stock vector. Illustration of computing - 372054975">
            <a:extLst>
              <a:ext uri="{FF2B5EF4-FFF2-40B4-BE49-F238E27FC236}">
                <a16:creationId xmlns:a16="http://schemas.microsoft.com/office/drawing/2014/main" id="{8B86E8EE-B3D7-540A-E682-36A7578D2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0509" y="2097088"/>
            <a:ext cx="2946400" cy="294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61D4A7-D461-EC82-F232-373B8D14AA51}"/>
              </a:ext>
            </a:extLst>
          </p:cNvPr>
          <p:cNvSpPr txBox="1"/>
          <p:nvPr/>
        </p:nvSpPr>
        <p:spPr>
          <a:xfrm>
            <a:off x="8692729" y="5362230"/>
            <a:ext cx="134985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dirty="0"/>
              <a:t>Cloud server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EA42DB0-ADF5-D711-177F-87D682145A57}"/>
              </a:ext>
            </a:extLst>
          </p:cNvPr>
          <p:cNvCxnSpPr>
            <a:cxnSpLocks/>
            <a:stCxn id="1028" idx="3"/>
            <a:endCxn id="1032" idx="1"/>
          </p:cNvCxnSpPr>
          <p:nvPr/>
        </p:nvCxnSpPr>
        <p:spPr>
          <a:xfrm>
            <a:off x="4104641" y="3570288"/>
            <a:ext cx="376586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E8BEDF8-B4F3-3C68-1D86-D7D2A5CB9FA7}"/>
              </a:ext>
            </a:extLst>
          </p:cNvPr>
          <p:cNvSpPr txBox="1"/>
          <p:nvPr/>
        </p:nvSpPr>
        <p:spPr>
          <a:xfrm>
            <a:off x="4900482" y="3103046"/>
            <a:ext cx="217418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Get Data through API</a:t>
            </a:r>
            <a:endParaRPr lang="en-MY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1E52A8-2A10-B2F1-D236-52CCABD40015}"/>
              </a:ext>
            </a:extLst>
          </p:cNvPr>
          <p:cNvSpPr txBox="1"/>
          <p:nvPr/>
        </p:nvSpPr>
        <p:spPr>
          <a:xfrm>
            <a:off x="7941209" y="552722"/>
            <a:ext cx="140250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A</a:t>
            </a:r>
            <a:r>
              <a:rPr lang="en-MY" dirty="0"/>
              <a:t>pplication</a:t>
            </a:r>
          </a:p>
          <a:p>
            <a:r>
              <a:rPr lang="en-MY" dirty="0">
                <a:solidFill>
                  <a:srgbClr val="FF0000"/>
                </a:solidFill>
              </a:rPr>
              <a:t>P</a:t>
            </a:r>
            <a:r>
              <a:rPr lang="en-MY" dirty="0"/>
              <a:t>rogramming</a:t>
            </a:r>
          </a:p>
          <a:p>
            <a:r>
              <a:rPr lang="en-MY" dirty="0">
                <a:solidFill>
                  <a:srgbClr val="FF0000"/>
                </a:solidFill>
              </a:rPr>
              <a:t>I</a:t>
            </a:r>
            <a:r>
              <a:rPr lang="en-MY" dirty="0"/>
              <a:t>nterface</a:t>
            </a:r>
          </a:p>
        </p:txBody>
      </p:sp>
    </p:spTree>
    <p:extLst>
      <p:ext uri="{BB962C8B-B14F-4D97-AF65-F5344CB8AC3E}">
        <p14:creationId xmlns:p14="http://schemas.microsoft.com/office/powerpoint/2010/main" val="10212967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408E3-E392-6C6E-FB01-4E6718332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B8B08-41B9-5BB8-ACD7-1EF1201B0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What is a rest </a:t>
            </a:r>
            <a:r>
              <a:rPr lang="en-MY" dirty="0" err="1"/>
              <a:t>api</a:t>
            </a:r>
            <a:r>
              <a:rPr lang="en-MY" dirty="0"/>
              <a:t>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CBC28-D7F1-A386-1462-9CA87EE2E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set of guiding principles that imposes conditions on how an API should work</a:t>
            </a:r>
            <a:endParaRPr lang="en-MY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62443A-A182-9285-CDB8-018C9098DE34}"/>
              </a:ext>
            </a:extLst>
          </p:cNvPr>
          <p:cNvSpPr txBox="1"/>
          <p:nvPr/>
        </p:nvSpPr>
        <p:spPr>
          <a:xfrm>
            <a:off x="7941209" y="552722"/>
            <a:ext cx="1710725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MY" dirty="0" err="1">
                <a:solidFill>
                  <a:srgbClr val="FF0000"/>
                </a:solidFill>
              </a:rPr>
              <a:t>RE</a:t>
            </a:r>
            <a:r>
              <a:rPr lang="en-MY" dirty="0" err="1"/>
              <a:t>presentational</a:t>
            </a:r>
            <a:endParaRPr lang="en-MY" dirty="0"/>
          </a:p>
          <a:p>
            <a:r>
              <a:rPr lang="en-MY" dirty="0">
                <a:solidFill>
                  <a:srgbClr val="FF0000"/>
                </a:solidFill>
              </a:rPr>
              <a:t>S</a:t>
            </a:r>
            <a:r>
              <a:rPr lang="en-MY" dirty="0"/>
              <a:t>tate</a:t>
            </a:r>
          </a:p>
          <a:p>
            <a:r>
              <a:rPr lang="en-MY" dirty="0">
                <a:solidFill>
                  <a:srgbClr val="FF0000"/>
                </a:solidFill>
              </a:rPr>
              <a:t>T</a:t>
            </a:r>
            <a:r>
              <a:rPr lang="en-MY" dirty="0"/>
              <a:t>ransfer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8D44BB-D24C-1F5F-194D-F511FED0E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677" y="3083465"/>
            <a:ext cx="2598645" cy="219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226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168BA-8DF2-EB3E-F828-3E5E5DA14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FDD19-99DE-C9FF-A48C-D09ACB6D1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How to identify resource in a rest </a:t>
            </a:r>
            <a:r>
              <a:rPr lang="en-MY" dirty="0" err="1"/>
              <a:t>api</a:t>
            </a:r>
            <a:r>
              <a:rPr lang="en-MY" dirty="0"/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582943-5457-56AF-99F5-48B2A00262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6284" y="3197312"/>
            <a:ext cx="4816257" cy="16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706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0385F-78AA-B67E-6784-3EC7FE2BC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61AE7-8904-D606-2885-E31C9FDB8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How to interact with a rest </a:t>
            </a:r>
            <a:r>
              <a:rPr lang="en-MY" dirty="0" err="1"/>
              <a:t>api</a:t>
            </a:r>
            <a:r>
              <a:rPr lang="en-MY" dirty="0"/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2584D1-5489-4980-F69C-05EF4BF8DC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5666" y="2629573"/>
            <a:ext cx="6157494" cy="27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578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B8760-064E-49C5-D353-5A68C2A87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3E943-FB64-AE05-6536-31EF0E568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What is a rest </a:t>
            </a:r>
            <a:r>
              <a:rPr lang="en-MY" dirty="0" err="1"/>
              <a:t>api</a:t>
            </a:r>
            <a:r>
              <a:rPr lang="en-MY" dirty="0"/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13D18A-C37D-2ECB-502F-1464B9D8DA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5666" y="2629573"/>
            <a:ext cx="6157494" cy="27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5088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415</Words>
  <Application>Microsoft Office PowerPoint</Application>
  <PresentationFormat>Widescreen</PresentationFormat>
  <Paragraphs>73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Tw Cen MT</vt:lpstr>
      <vt:lpstr>Circuit</vt:lpstr>
      <vt:lpstr>ASP.NET Core with visual studio code</vt:lpstr>
      <vt:lpstr>Development environment setup</vt:lpstr>
      <vt:lpstr>Development environment setup</vt:lpstr>
      <vt:lpstr>Setting up .net project</vt:lpstr>
      <vt:lpstr>Setting up .net project</vt:lpstr>
      <vt:lpstr>Setting up .net project</vt:lpstr>
      <vt:lpstr>Setting up .net project</vt:lpstr>
      <vt:lpstr>Setting up .net project</vt:lpstr>
      <vt:lpstr>Building and running .net project</vt:lpstr>
      <vt:lpstr>Building and running .net project</vt:lpstr>
      <vt:lpstr>Building and running .net project</vt:lpstr>
      <vt:lpstr>Building and running .net project</vt:lpstr>
      <vt:lpstr>Building and running .net project</vt:lpstr>
      <vt:lpstr>Building and running .net project</vt:lpstr>
      <vt:lpstr>Building and running .net project</vt:lpstr>
      <vt:lpstr>What is a rest api?</vt:lpstr>
      <vt:lpstr>What is a rest api?</vt:lpstr>
      <vt:lpstr>How to identify resource in a rest api?</vt:lpstr>
      <vt:lpstr>How to interact with a rest api?</vt:lpstr>
      <vt:lpstr>What is a rest api?</vt:lpstr>
    </vt:vector>
  </TitlesOfParts>
  <Company>Lumileds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Gan, Leng Keong</dc:creator>
  <cp:lastModifiedBy>Gan, Leng Keong</cp:lastModifiedBy>
  <cp:revision>5</cp:revision>
  <dcterms:created xsi:type="dcterms:W3CDTF">2026-04-04T09:15:41Z</dcterms:created>
  <dcterms:modified xsi:type="dcterms:W3CDTF">2026-04-06T16:29:51Z</dcterms:modified>
</cp:coreProperties>
</file>